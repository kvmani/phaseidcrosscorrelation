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Objective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Goal: improve phase ID among fe_bcc, fe3o4_magnetite, and feo_wustite.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Compare masked image-space NCC vs KikuchiPy Hough-space NCC variants.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Use latest result snapshot: reports/curated_hough_vs_ncc/summary.json (2026-02-21 09:41 UTC).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Primary metric: top-1 phase accuracy on curated experimental patterns.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495" y="1134215"/>
            <a:ext cx="9120592" cy="46444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This comparison targets phase-correctness, not throughput, on curated benchmark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Data and Trial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Curated cases: 3 (r001-r003), one experimental pattern per phase.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Each case compares 3 simulated candidates from phase-isolated indexing assumptions.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Hough config: n_theta=180, n_rho=90, n_bands=9, convolved-map=True.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Binary Hough trials sweep tau = 0.35, 0.45, 0.55, 0.65, 0.75.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c_eq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495" y="1199903"/>
            <a:ext cx="9120592" cy="45130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The experiment is controlled but very small, so conclusions are directional not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Methodology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Experimental pattern is compared against three phase-conditional simulated patterns.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Common preprocessing: circular mask + minmax normalization inside mask.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Compute image_ncc and hough_ncc scores per candidate; rank by top score.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Decision evidence includes top score, second score, and margin = top-second.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495" y="1134215"/>
            <a:ext cx="9120592" cy="46444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Both branches use identical candidates; only similarity representation differs.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Scoring Equations and Decision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NCC is computed over masked pixels to reduce edge/background bias.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Prediction uses argmax over candidate scores for the 3 phase hypotheses.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Confidence proxy is margin (top score minus runner-up score).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Hough trials evaluate raw map NCC and thresholded binary-map NCC.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c_eq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495" y="1199903"/>
            <a:ext cx="9120592" cy="45130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Decision quality depends on separability of candidate scores, not just raw score magnitude.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Headline Accuracy: NCC vs Hough-NCC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Image NCC: 1/3 correct (33.3%).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Hough raw NCC: 2/3 correct (66.7%).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Best binary Hough method: hough_ncc_bin_t450 at 2/3 (66.7%).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Absolute gain over image NCC: +33.3 percentage points on curated 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uracy_by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495" y="1194511"/>
            <a:ext cx="9120592" cy="45238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Latest curated JSON indicates Hough-space scoring improves top-1 phase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Binary Threshold Trials (Hough NCC)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Thresholds 0.35, 0.45, and 0.65 each achieve 2/3 accuracy.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Thresholds 0.55 and 0.75 fall to 1/3 accuracy.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Best threshold in latest summary: tau=0.45 with strongest mean margin among 2/3 methods.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Result confirms parameter sensitivity and need for robustness gating.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495" y="1193592"/>
            <a:ext cx="9120592" cy="45256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Tau=0.45 is a provisional best setting, not yet a frozen operating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Winner Quality Flags and Fallback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Image NCC winners include failed/fallback orientations in 2 of 3 cases.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Hough raw and hough_bin_t450 reduce failed/fallback winners to 1 of 3.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The unresolved error case (r003) still tracks a failed/fallback bcc winner.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Decision hygiene (penalty + uncertainty gate) is required before scale-up.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nner_quality_fl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495" y="1194511"/>
            <a:ext cx="9120592" cy="45238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Reducing fallback-driven winners is central to reliable phase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Per-Case Outcome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r001 (truth bcc): all methods correct.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r002 (truth fe3o4): image NCC fails, Hough raw/bin methods recover correct phase.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r003 (truth feo): all methods predict bcc (persistent failure).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Improvements are real but case-dependent; ambiguity remains on hard sample.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se_method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617" y="822960"/>
            <a:ext cx="7878347" cy="5266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Hough branch fixes one key failure but does not solve all ambiguity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Qualitative Evidence: r002 Recovered by Hough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Ground truth for r002 is fe3o4_magnetite.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Image NCC selects bcc candidate (incorrect).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Hough raw and binary (tau=0.45) select fe3o4 candidate (correct).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Band-structure representation improves discrimination in this magnetite case.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002_evidence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565" y="822960"/>
            <a:ext cx="6644452" cy="5266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For r002, Hough-space matching corrects the phase label missed by image NCC.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822960"/>
            <a:ext cx="2321295" cy="52669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Latest JSON comparison supports Hough-NCC as a stronger branch than image NCC on curated data.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One hard case (r003) remains unresolved; all methods collapse to bcc.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Immediate actions: fallback penalty, uncertainty output, and robustness-gated parameter lock.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800">
                <a:latin typeface="Arial"/>
              </a:rPr>
              <a:t>• Expand curated orientations per phase before declaring default method for scan-wide runs.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78495" y="822960"/>
            <a:ext cx="9120592" cy="5266944"/>
          </a:xfrm>
          <a:prstGeom prst="rect">
            <a:avLst/>
          </a:prstGeom>
          <a:noFill/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003_evidence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565" y="822960"/>
            <a:ext cx="6644452" cy="5266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54864" bIns="36576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Bottom line: Adopt Hough branch in parallel with strict decision guardrails before broader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