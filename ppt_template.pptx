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98BB-619D-3B85-3E2D-EC96FCEC6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D94A06-F5B8-AD35-B0EF-D27E02320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D32AD-61AF-6A1F-9445-247096DF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7945-2AB5-4FEA-BA3B-81B8CA64306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8F498-6102-565A-7AAE-8E0A46904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88EFA-8412-63BE-8B82-85495370C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8E5C-5E74-4645-9996-BA1303EC1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597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F4A73-B78A-75C8-62C0-96692C118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4BAF8-B27B-C241-A47F-0848E5AD0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49A92-910C-63A9-4B35-9FD4B4A3C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7945-2AB5-4FEA-BA3B-81B8CA64306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ED552-D535-4389-86E0-F123584D7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4B92E-B315-9A2B-128A-2F3C01666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8E5C-5E74-4645-9996-BA1303EC1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227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49E20-E1FF-E310-6E04-EB86ADA5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4BA89-A444-8527-B7BE-B0E46D891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0EBE9-DB6A-A3FB-1149-2A4C2CD36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7945-2AB5-4FEA-BA3B-81B8CA64306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9C17E-82C6-0ED6-DDBA-4E1C7044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59EDB-8798-C9B3-59FE-65E5704A9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8E5C-5E74-4645-9996-BA1303EC1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760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DA2A8-E507-4E2F-D4E9-227676821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E2D3-FFBD-D09F-7B86-A8C28ADF2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0912F-0FBA-1437-3C15-13D96B497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15AD7C-AF3F-A407-7239-ABD189AB9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7945-2AB5-4FEA-BA3B-81B8CA64306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D9362-4BCF-1054-716A-6B579D547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3CE0C-F013-F937-1CA4-817ABE19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8E5C-5E74-4645-9996-BA1303EC1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86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786D-A0E8-D9E4-9927-D37E58442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C3D6D-2C89-B551-0DAE-29880EB67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77BEF-EB83-6F5E-ECAF-A2AC12F2C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06D44-460C-4245-7545-23E4472103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E2165A-B574-B486-2618-2A5FA94D9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3E71B-2D03-9B86-CD54-EFB7A5C15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7945-2AB5-4FEA-BA3B-81B8CA64306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24D8F7-D527-7465-09A0-90F0C46BD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2BB217-D14B-51E8-2478-6869CC3F2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8E5C-5E74-4645-9996-BA1303EC1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24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24F8A-02F3-4D76-FCE9-55880725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27EAED-54E1-6F7C-538F-1C267524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7945-2AB5-4FEA-BA3B-81B8CA64306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AE2A0-CDD2-B921-5B37-614E1123B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FB112B-FF39-1922-BC86-51BB3DE2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8E5C-5E74-4645-9996-BA1303EC1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117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AC2CD-C715-DF71-5D1B-6C2A2789A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7945-2AB5-4FEA-BA3B-81B8CA64306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3D54EE-E259-881D-A13C-5DE83645D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F1772-DEB2-C4EE-BB2D-0C06E2C0A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8E5C-5E74-4645-9996-BA1303EC1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839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7D3E-1AD3-22A4-419F-A4C4C6483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6FBE1-8F96-E569-2EC4-2DE17C0D7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04B67-CCA8-242C-93C1-7E1EDD1F6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2D66D-F3F5-A137-5D90-3D858C930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7945-2AB5-4FEA-BA3B-81B8CA64306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97A9B-5172-6D92-C998-A6D22277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D9D93-EC3D-2B37-E2A1-9D3C0DC6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8E5C-5E74-4645-9996-BA1303EC1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096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1AA7E-4816-97BD-C7CE-4E03EE02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F634D-3FD6-29BA-5DAC-B4A8986CBE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A23DFA-DBD8-8C72-2A62-E64CD5D5F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6F3B0-8DDE-9BE2-6E44-838ABC9F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7945-2AB5-4FEA-BA3B-81B8CA64306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399F1-C126-1B91-B7A0-BBD72CC79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EF3C8-FB79-CC81-3ACD-B44CE290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8E5C-5E74-4645-9996-BA1303EC1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863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CFB9-B208-9370-4BEC-3E65CEC8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2459B0-AB1E-92AC-6B79-207A198B1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FD2B4-EFCB-F0E1-AD89-93D381C26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7945-2AB5-4FEA-BA3B-81B8CA64306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D0C22-7E9E-2132-F3DF-358D4C26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E54F7-9FFB-1F80-9E62-0E68A4B3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8E5C-5E74-4645-9996-BA1303EC1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181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3B56EF-D46A-B37B-5A10-BAC556388B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FA62A-EC89-3EC4-FC2B-F54BC892A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8318B-08ED-9075-2210-4E01DACA2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7945-2AB5-4FEA-BA3B-81B8CA64306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2A4BD-1909-B5DF-E397-0B8C9583F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F938D-8AE5-E362-9B38-CE7D2BD9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A8E5C-5E74-4645-9996-BA1303EC1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810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29BB04-9086-7EB3-737A-ADC18D537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4B6F9-E99F-C4EE-DB39-EBF90F281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E5CE8-D5A3-8F12-94C6-2FB746F6A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07945-2AB5-4FEA-BA3B-81B8CA643069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381EE-D9B8-FA23-CD00-70E23B084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AAE83-4551-1C53-6974-E161FDF7B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A8E5C-5E74-4645-9996-BA1303EC1F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09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261DC-29D9-D05B-B29C-2CBA7659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E76E16-6F10-4AC2-7665-5283F6DB2641}"/>
              </a:ext>
            </a:extLst>
          </p:cNvPr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FFFFFF"/>
                </a:solidFill>
                <a:latin typeface="Arial"/>
              </a:rPr>
              <a:t>Title: Network Architecture</a:t>
            </a:r>
            <a:endParaRPr sz="24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3D0DA1-53B6-EFAF-A0FD-5DA8A91F2277}"/>
              </a:ext>
            </a:extLst>
          </p:cNvPr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rgbClr val="FFFFFF"/>
                </a:solidFill>
                <a:latin typeface="Arial"/>
              </a:rPr>
              <a:t>Key take away: Custom network for our Kikuchi pattern processing</a:t>
            </a:r>
            <a:endParaRPr sz="2200" b="1" dirty="0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CF38E4-F390-5D9A-1950-0E849CB4CCF4}"/>
              </a:ext>
            </a:extLst>
          </p:cNvPr>
          <p:cNvGrpSpPr/>
          <p:nvPr/>
        </p:nvGrpSpPr>
        <p:grpSpPr>
          <a:xfrm>
            <a:off x="87593" y="1292384"/>
            <a:ext cx="3579243" cy="3995637"/>
            <a:chOff x="87593" y="1292384"/>
            <a:chExt cx="3579243" cy="399563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32C3ABB-C7D5-CE79-2D17-1BB0E51D3D92}"/>
                </a:ext>
              </a:extLst>
            </p:cNvPr>
            <p:cNvSpPr txBox="1"/>
            <p:nvPr/>
          </p:nvSpPr>
          <p:spPr>
            <a:xfrm>
              <a:off x="157018" y="1625480"/>
              <a:ext cx="3509818" cy="366254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endParaRPr lang="en-US" sz="2000" b="1" dirty="0">
                <a:solidFill>
                  <a:srgbClr val="141414"/>
                </a:solidFill>
                <a:latin typeface="Arial"/>
              </a:endParaRPr>
            </a:p>
            <a:p>
              <a:pPr marL="285750" indent="-285750" algn="just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800" dirty="0">
                  <a:solidFill>
                    <a:srgbClr val="141414"/>
                  </a:solidFill>
                  <a:latin typeface="Arial"/>
                </a:rPr>
                <a:t>Pont 1 (some point) Unlike previous networks, out put is Point 2: very precise, minimal words.</a:t>
              </a:r>
            </a:p>
            <a:p>
              <a:pPr marL="285750" indent="-285750" algn="just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dirty="0">
                <a:solidFill>
                  <a:srgbClr val="141414"/>
                </a:solidFill>
                <a:latin typeface="Arial"/>
              </a:endParaRPr>
            </a:p>
            <a:p>
              <a:pPr marL="285750" indent="-285750" algn="just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41414"/>
                  </a:solidFill>
                  <a:latin typeface="Arial"/>
                </a:rPr>
                <a:t>Try to utilize space judiciously without overcrowding but at the same time make it legible.</a:t>
              </a:r>
            </a:p>
            <a:p>
              <a:pPr marL="285750" indent="-285750" algn="just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141414"/>
                  </a:solidFill>
                  <a:latin typeface="Arial"/>
                </a:rPr>
                <a:t>Maintain this font for text inside the slides</a:t>
              </a:r>
              <a:endParaRPr lang="en-US" sz="1800" dirty="0">
                <a:solidFill>
                  <a:srgbClr val="141414"/>
                </a:solidFill>
                <a:latin typeface="Arial"/>
              </a:endParaRPr>
            </a:p>
            <a:p>
              <a:pPr marL="285750" indent="-285750" algn="just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800" dirty="0">
                <a:solidFill>
                  <a:srgbClr val="141414"/>
                </a:solidFill>
                <a:latin typeface="Arial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EE05228-14FB-895C-1823-0D7A7AC1649F}"/>
                </a:ext>
              </a:extLst>
            </p:cNvPr>
            <p:cNvSpPr txBox="1"/>
            <p:nvPr/>
          </p:nvSpPr>
          <p:spPr>
            <a:xfrm>
              <a:off x="87593" y="1292384"/>
              <a:ext cx="13809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IN" sz="1800" b="1" dirty="0">
                  <a:solidFill>
                    <a:srgbClr val="141414"/>
                  </a:solidFill>
                  <a:latin typeface="Arial"/>
                </a:rPr>
                <a:t>Pipeline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86CDAAB-CD37-FC0D-8C06-49C8D95EFD73}"/>
              </a:ext>
            </a:extLst>
          </p:cNvPr>
          <p:cNvGrpSpPr/>
          <p:nvPr/>
        </p:nvGrpSpPr>
        <p:grpSpPr>
          <a:xfrm>
            <a:off x="4271034" y="844044"/>
            <a:ext cx="8013329" cy="5169912"/>
            <a:chOff x="4280271" y="1031877"/>
            <a:chExt cx="8013329" cy="516991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4F3852A-D2D5-FF2E-A47C-F24F4B69D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80272" y="1031877"/>
              <a:ext cx="7754710" cy="452358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C1982B4-EEA1-27DD-2524-E871C2F395DC}"/>
                </a:ext>
              </a:extLst>
            </p:cNvPr>
            <p:cNvSpPr txBox="1"/>
            <p:nvPr/>
          </p:nvSpPr>
          <p:spPr>
            <a:xfrm>
              <a:off x="4280271" y="5555458"/>
              <a:ext cx="80133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/>
                <a:t>Keep the caption of the figure legible ensure all inside text is also legible and unform in style and fonts. Where makes sense make .</a:t>
              </a:r>
              <a:r>
                <a:rPr lang="en-IN" dirty="0" err="1"/>
                <a:t>svg</a:t>
              </a:r>
              <a:r>
                <a:rPr lang="en-IN" dirty="0"/>
                <a:t> figure like above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2575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 Krisna Karri</dc:creator>
  <cp:lastModifiedBy>Mani Krisna Karri</cp:lastModifiedBy>
  <cp:revision>2</cp:revision>
  <dcterms:created xsi:type="dcterms:W3CDTF">2026-04-09T03:10:40Z</dcterms:created>
  <dcterms:modified xsi:type="dcterms:W3CDTF">2026-04-09T03:15:37Z</dcterms:modified>
</cp:coreProperties>
</file>